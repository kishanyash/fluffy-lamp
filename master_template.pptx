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5"/>
  </p:notesMasterIdLst>
  <p:sldIdLst>
    <p:sldId id="256" r:id="rId2"/>
    <p:sldId id="257" r:id="rId3"/>
    <p:sldId id="258" r:id="rId4"/>
    <p:sldId id="268" r:id="rId5"/>
    <p:sldId id="260" r:id="rId6"/>
    <p:sldId id="261" r:id="rId7"/>
    <p:sldId id="269" r:id="rId8"/>
    <p:sldId id="270" r:id="rId9"/>
    <p:sldId id="263" r:id="rId10"/>
    <p:sldId id="264" r:id="rId11"/>
    <p:sldId id="265" r:id="rId12"/>
    <p:sldId id="266" r:id="rId13"/>
    <p:sldId id="267"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834"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2-27T08:05:42.749" idx="1">
    <p:pos x="6000" y="0"/>
    <p:text>sign add
-Tikona Capital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00B6C628-B74E-A2C4-B9CD-A744A3BAE44F}"/>
            </a:ext>
          </a:extLst>
        </p:cNvPr>
        <p:cNvGrpSpPr/>
        <p:nvPr/>
      </p:nvGrpSpPr>
      <p:grpSpPr>
        <a:xfrm>
          <a:off x="0" y="0"/>
          <a:ext cx="0" cy="0"/>
          <a:chOff x="0" y="0"/>
          <a:chExt cx="0" cy="0"/>
        </a:xfrm>
      </p:grpSpPr>
      <p:sp>
        <p:nvSpPr>
          <p:cNvPr id="64" name="Google Shape;64;p3:notes">
            <a:extLst>
              <a:ext uri="{FF2B5EF4-FFF2-40B4-BE49-F238E27FC236}">
                <a16:creationId xmlns:a16="http://schemas.microsoft.com/office/drawing/2014/main" id="{B3B37106-7BA3-EEF6-8C73-84A89E7DC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a:extLst>
              <a:ext uri="{FF2B5EF4-FFF2-40B4-BE49-F238E27FC236}">
                <a16:creationId xmlns:a16="http://schemas.microsoft.com/office/drawing/2014/main" id="{63E68CC6-7502-E3B0-13E9-C133597068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71294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1270D8B6-7EED-A14C-9265-34AD4A6F15F7}"/>
            </a:ext>
          </a:extLst>
        </p:cNvPr>
        <p:cNvGrpSpPr/>
        <p:nvPr/>
      </p:nvGrpSpPr>
      <p:grpSpPr>
        <a:xfrm>
          <a:off x="0" y="0"/>
          <a:ext cx="0" cy="0"/>
          <a:chOff x="0" y="0"/>
          <a:chExt cx="0" cy="0"/>
        </a:xfrm>
      </p:grpSpPr>
      <p:sp>
        <p:nvSpPr>
          <p:cNvPr id="82" name="Google Shape;82;p6:notes">
            <a:extLst>
              <a:ext uri="{FF2B5EF4-FFF2-40B4-BE49-F238E27FC236}">
                <a16:creationId xmlns:a16="http://schemas.microsoft.com/office/drawing/2014/main" id="{C1D2EDBD-E7D0-4E6B-4015-DF8A3737DA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6:notes">
            <a:extLst>
              <a:ext uri="{FF2B5EF4-FFF2-40B4-BE49-F238E27FC236}">
                <a16:creationId xmlns:a16="http://schemas.microsoft.com/office/drawing/2014/main" id="{2205029D-10AE-08E0-9F66-8CFBAA5AD4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9832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150A7C49-76C2-4CCB-9FCE-7B7CAD2460A2}"/>
            </a:ext>
          </a:extLst>
        </p:cNvPr>
        <p:cNvGrpSpPr/>
        <p:nvPr/>
      </p:nvGrpSpPr>
      <p:grpSpPr>
        <a:xfrm>
          <a:off x="0" y="0"/>
          <a:ext cx="0" cy="0"/>
          <a:chOff x="0" y="0"/>
          <a:chExt cx="0" cy="0"/>
        </a:xfrm>
      </p:grpSpPr>
      <p:sp>
        <p:nvSpPr>
          <p:cNvPr id="64" name="Google Shape;64;p3:notes">
            <a:extLst>
              <a:ext uri="{FF2B5EF4-FFF2-40B4-BE49-F238E27FC236}">
                <a16:creationId xmlns:a16="http://schemas.microsoft.com/office/drawing/2014/main" id="{8EF2DEE3-236F-F557-E178-688FB72956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a:extLst>
              <a:ext uri="{FF2B5EF4-FFF2-40B4-BE49-F238E27FC236}">
                <a16:creationId xmlns:a16="http://schemas.microsoft.com/office/drawing/2014/main" id="{60B3C845-2F50-20CE-9A7A-A39D5A854B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518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2"/>
        <p:cNvGrpSpPr/>
        <p:nvPr/>
      </p:nvGrpSpPr>
      <p:grpSpPr>
        <a:xfrm>
          <a:off x="0" y="0"/>
          <a:ext cx="0" cy="0"/>
          <a:chOff x="0" y="0"/>
          <a:chExt cx="0" cy="0"/>
        </a:xfrm>
      </p:grpSpPr>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4" name="Google Shape;14;p3"/>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5" name="Google Shape;15;p3"/>
          <p:cNvCxnSpPr/>
          <p:nvPr/>
        </p:nvCxnSpPr>
        <p:spPr>
          <a:xfrm>
            <a:off x="4563000" y="591725"/>
            <a:ext cx="27000" cy="4179000"/>
          </a:xfrm>
          <a:prstGeom prst="straightConnector1">
            <a:avLst/>
          </a:prstGeom>
          <a:noFill/>
          <a:ln w="9525" cap="flat" cmpd="sng">
            <a:solidFill>
              <a:srgbClr val="FFA500"/>
            </a:solidFill>
            <a:prstDash val="solid"/>
            <a:round/>
            <a:headEnd type="none" w="sm" len="sm"/>
            <a:tailEnd type="none" w="sm" len="sm"/>
          </a:ln>
        </p:spPr>
      </p:cxnSp>
      <p:sp>
        <p:nvSpPr>
          <p:cNvPr id="16" name="Google Shape;16;p3"/>
          <p:cNvSpPr txBox="1">
            <a:spLocks noGrp="1"/>
          </p:cNvSpPr>
          <p:nvPr>
            <p:ph type="title" idx="2"/>
          </p:nvPr>
        </p:nvSpPr>
        <p:spPr>
          <a:xfrm>
            <a:off x="55450" y="591725"/>
            <a:ext cx="4454100" cy="4179000"/>
          </a:xfrm>
          <a:prstGeom prst="rect">
            <a:avLst/>
          </a:prstGeom>
          <a:solidFill>
            <a:srgbClr val="FFE5B4"/>
          </a:solid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1800"/>
              <a:buFont typeface="Calibri"/>
              <a:buNone/>
              <a:defRPr sz="1800">
                <a:latin typeface="Calibri"/>
                <a:ea typeface="Calibri"/>
                <a:cs typeface="Calibri"/>
                <a:sym typeface="Calibri"/>
              </a:defRPr>
            </a:lvl1pPr>
            <a:lvl2pPr lvl="1" algn="l">
              <a:lnSpc>
                <a:spcPct val="100000"/>
              </a:lnSpc>
              <a:spcBef>
                <a:spcPts val="0"/>
              </a:spcBef>
              <a:spcAft>
                <a:spcPts val="0"/>
              </a:spcAft>
              <a:buSzPts val="1800"/>
              <a:buFont typeface="Calibri"/>
              <a:buNone/>
              <a:defRPr sz="1800">
                <a:latin typeface="Calibri"/>
                <a:ea typeface="Calibri"/>
                <a:cs typeface="Calibri"/>
                <a:sym typeface="Calibri"/>
              </a:defRPr>
            </a:lvl2pPr>
            <a:lvl3pPr lvl="2" algn="l">
              <a:lnSpc>
                <a:spcPct val="100000"/>
              </a:lnSpc>
              <a:spcBef>
                <a:spcPts val="0"/>
              </a:spcBef>
              <a:spcAft>
                <a:spcPts val="0"/>
              </a:spcAft>
              <a:buSzPts val="1800"/>
              <a:buFont typeface="Calibri"/>
              <a:buNone/>
              <a:defRPr sz="1800">
                <a:latin typeface="Calibri"/>
                <a:ea typeface="Calibri"/>
                <a:cs typeface="Calibri"/>
                <a:sym typeface="Calibri"/>
              </a:defRPr>
            </a:lvl3pPr>
            <a:lvl4pPr lvl="3" algn="l">
              <a:lnSpc>
                <a:spcPct val="100000"/>
              </a:lnSpc>
              <a:spcBef>
                <a:spcPts val="0"/>
              </a:spcBef>
              <a:spcAft>
                <a:spcPts val="0"/>
              </a:spcAft>
              <a:buSzPts val="1800"/>
              <a:buFont typeface="Calibri"/>
              <a:buNone/>
              <a:defRPr sz="1800">
                <a:latin typeface="Calibri"/>
                <a:ea typeface="Calibri"/>
                <a:cs typeface="Calibri"/>
                <a:sym typeface="Calibri"/>
              </a:defRPr>
            </a:lvl4pPr>
            <a:lvl5pPr lvl="4" algn="l">
              <a:lnSpc>
                <a:spcPct val="100000"/>
              </a:lnSpc>
              <a:spcBef>
                <a:spcPts val="0"/>
              </a:spcBef>
              <a:spcAft>
                <a:spcPts val="0"/>
              </a:spcAft>
              <a:buSzPts val="1800"/>
              <a:buFont typeface="Calibri"/>
              <a:buNone/>
              <a:defRPr sz="1800">
                <a:latin typeface="Calibri"/>
                <a:ea typeface="Calibri"/>
                <a:cs typeface="Calibri"/>
                <a:sym typeface="Calibri"/>
              </a:defRPr>
            </a:lvl5pPr>
            <a:lvl6pPr lvl="5" algn="l">
              <a:lnSpc>
                <a:spcPct val="100000"/>
              </a:lnSpc>
              <a:spcBef>
                <a:spcPts val="0"/>
              </a:spcBef>
              <a:spcAft>
                <a:spcPts val="0"/>
              </a:spcAft>
              <a:buSzPts val="1800"/>
              <a:buFont typeface="Calibri"/>
              <a:buNone/>
              <a:defRPr sz="1800">
                <a:latin typeface="Calibri"/>
                <a:ea typeface="Calibri"/>
                <a:cs typeface="Calibri"/>
                <a:sym typeface="Calibri"/>
              </a:defRPr>
            </a:lvl6pPr>
            <a:lvl7pPr lvl="6" algn="l">
              <a:lnSpc>
                <a:spcPct val="100000"/>
              </a:lnSpc>
              <a:spcBef>
                <a:spcPts val="0"/>
              </a:spcBef>
              <a:spcAft>
                <a:spcPts val="0"/>
              </a:spcAft>
              <a:buSzPts val="1800"/>
              <a:buFont typeface="Calibri"/>
              <a:buNone/>
              <a:defRPr sz="1800">
                <a:latin typeface="Calibri"/>
                <a:ea typeface="Calibri"/>
                <a:cs typeface="Calibri"/>
                <a:sym typeface="Calibri"/>
              </a:defRPr>
            </a:lvl7pPr>
            <a:lvl8pPr lvl="7" algn="l">
              <a:lnSpc>
                <a:spcPct val="100000"/>
              </a:lnSpc>
              <a:spcBef>
                <a:spcPts val="0"/>
              </a:spcBef>
              <a:spcAft>
                <a:spcPts val="0"/>
              </a:spcAft>
              <a:buSzPts val="1800"/>
              <a:buFont typeface="Calibri"/>
              <a:buNone/>
              <a:defRPr sz="1800">
                <a:latin typeface="Calibri"/>
                <a:ea typeface="Calibri"/>
                <a:cs typeface="Calibri"/>
                <a:sym typeface="Calibri"/>
              </a:defRPr>
            </a:lvl8pPr>
            <a:lvl9pPr lvl="8" algn="l">
              <a:lnSpc>
                <a:spcPct val="100000"/>
              </a:lnSpc>
              <a:spcBef>
                <a:spcPts val="0"/>
              </a:spcBef>
              <a:spcAft>
                <a:spcPts val="0"/>
              </a:spcAft>
              <a:buSzPts val="1800"/>
              <a:buFont typeface="Calibri"/>
              <a:buNone/>
              <a:defRPr sz="1800">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9" name="Google Shape;19;p4"/>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2" name="Google Shape;22;p5"/>
          <p:cNvSpPr txBox="1">
            <a:spLocks noGrp="1"/>
          </p:cNvSpPr>
          <p:nvPr>
            <p:ph type="title"/>
          </p:nvPr>
        </p:nvSpPr>
        <p:spPr>
          <a:xfrm>
            <a:off x="4662275" y="0"/>
            <a:ext cx="44817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23" name="Google Shape;23;p5"/>
          <p:cNvSpPr txBox="1">
            <a:spLocks noGrp="1"/>
          </p:cNvSpPr>
          <p:nvPr>
            <p:ph type="title" idx="2"/>
          </p:nvPr>
        </p:nvSpPr>
        <p:spPr>
          <a:xfrm>
            <a:off x="0" y="0"/>
            <a:ext cx="44283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24" name="Google Shape;24;p5"/>
          <p:cNvCxnSpPr/>
          <p:nvPr/>
        </p:nvCxnSpPr>
        <p:spPr>
          <a:xfrm>
            <a:off x="4533925" y="94425"/>
            <a:ext cx="24000" cy="4852500"/>
          </a:xfrm>
          <a:prstGeom prst="straightConnector1">
            <a:avLst/>
          </a:prstGeom>
          <a:noFill/>
          <a:ln w="9525" cap="flat" cmpd="sng">
            <a:solidFill>
              <a:srgbClr val="FFA500"/>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solidFill>
              <a:schemeClr val="bg1"/>
            </a:solid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
        <p:nvSpPr>
          <p:cNvPr id="5" name="Rectangle 4">
            <a:extLst>
              <a:ext uri="{FF2B5EF4-FFF2-40B4-BE49-F238E27FC236}">
                <a16:creationId xmlns:a16="http://schemas.microsoft.com/office/drawing/2014/main" id="{DF866618-5DF9-AE2B-49CF-A0FE1E2A84F9}"/>
              </a:ext>
            </a:extLst>
          </p:cNvPr>
          <p:cNvSpPr/>
          <p:nvPr userDrawn="1"/>
        </p:nvSpPr>
        <p:spPr>
          <a:xfrm>
            <a:off x="1448233" y="2065194"/>
            <a:ext cx="6247534" cy="1374198"/>
          </a:xfrm>
          <a:prstGeom prst="rect">
            <a:avLst/>
          </a:prstGeom>
          <a:blipFill dpi="0" rotWithShape="1">
            <a:blip r:embed="rId13">
              <a:alphaModFix amt="20000"/>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2"/>
          <p:cNvSpPr txBox="1">
            <a:spLocks noGrp="1"/>
          </p:cNvSpPr>
          <p:nvPr>
            <p:ph type="ctrTitle" idx="4294967295"/>
          </p:nvPr>
        </p:nvSpPr>
        <p:spPr>
          <a:xfrm>
            <a:off x="311700" y="154025"/>
            <a:ext cx="8520600" cy="2052600"/>
          </a:xfrm>
          <a:prstGeom prst="rect">
            <a:avLst/>
          </a:prstGeom>
          <a:solidFill>
            <a:srgbClr val="1F4690"/>
          </a:solidFill>
          <a:ln>
            <a:noFill/>
          </a:ln>
        </p:spPr>
        <p:txBody>
          <a:bodyPr spcFirstLastPara="1" wrap="square" lIns="91425" tIns="91425" rIns="91425" bIns="91425" anchor="ctr" anchorCtr="0">
            <a:normAutofit/>
          </a:bodyPr>
          <a:lstStyle/>
          <a:p>
            <a:pPr marL="0" marR="0" lvl="0" indent="0" algn="ctr" rtl="0">
              <a:lnSpc>
                <a:spcPct val="100000"/>
              </a:lnSpc>
              <a:spcBef>
                <a:spcPts val="0"/>
              </a:spcBef>
              <a:spcAft>
                <a:spcPts val="0"/>
              </a:spcAft>
              <a:buClr>
                <a:schemeClr val="dk1"/>
              </a:buClr>
              <a:buSzPts val="2800"/>
              <a:buFont typeface="Arial"/>
              <a:buNone/>
            </a:pPr>
            <a:r>
              <a:rPr lang="en-GB" sz="4000" b="1" i="0" u="none" strike="noStrike" cap="none" dirty="0">
                <a:solidFill>
                  <a:schemeClr val="lt1"/>
                </a:solidFill>
                <a:latin typeface="Calibri"/>
                <a:ea typeface="Calibri"/>
                <a:cs typeface="Calibri"/>
                <a:sym typeface="Calibri"/>
              </a:rPr>
              <a:t>{{</a:t>
            </a:r>
            <a:r>
              <a:rPr lang="en-GB" sz="4000" b="1" i="0" u="none" strike="noStrike" cap="none" dirty="0" err="1">
                <a:solidFill>
                  <a:schemeClr val="lt1"/>
                </a:solidFill>
                <a:latin typeface="Calibri"/>
                <a:ea typeface="Calibri"/>
                <a:cs typeface="Calibri"/>
                <a:sym typeface="Calibri"/>
              </a:rPr>
              <a:t>company_name</a:t>
            </a:r>
            <a:r>
              <a:rPr lang="en-GB" sz="4000" b="1" i="0" u="none" strike="noStrike" cap="none" dirty="0">
                <a:solidFill>
                  <a:schemeClr val="lt1"/>
                </a:solidFill>
                <a:latin typeface="Calibri"/>
                <a:ea typeface="Calibri"/>
                <a:cs typeface="Calibri"/>
                <a:sym typeface="Calibri"/>
              </a:rPr>
              <a:t>}}</a:t>
            </a:r>
            <a:endParaRPr sz="4000" b="1" i="0" u="none" strike="noStrike" cap="none" dirty="0">
              <a:solidFill>
                <a:schemeClr val="lt1"/>
              </a:solidFill>
              <a:latin typeface="Calibri"/>
              <a:ea typeface="Calibri"/>
              <a:cs typeface="Calibri"/>
              <a:sym typeface="Calibri"/>
            </a:endParaRPr>
          </a:p>
        </p:txBody>
      </p:sp>
      <p:sp>
        <p:nvSpPr>
          <p:cNvPr id="54" name="Google Shape;54;p12"/>
          <p:cNvSpPr txBox="1">
            <a:spLocks noGrp="1"/>
          </p:cNvSpPr>
          <p:nvPr>
            <p:ph type="subTitle" idx="4294967295"/>
          </p:nvPr>
        </p:nvSpPr>
        <p:spPr>
          <a:xfrm>
            <a:off x="311700" y="3395424"/>
            <a:ext cx="8520600" cy="1367076"/>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rmAutofit/>
          </a:bodyPr>
          <a:lstStyle/>
          <a:p>
            <a:pPr marL="0" marR="0" lvl="0" indent="0" algn="ctr" rtl="0">
              <a:lnSpc>
                <a:spcPct val="95000"/>
              </a:lnSpc>
              <a:spcBef>
                <a:spcPts val="0"/>
              </a:spcBef>
              <a:spcAft>
                <a:spcPts val="0"/>
              </a:spcAft>
              <a:buClr>
                <a:schemeClr val="dk2"/>
              </a:buClr>
              <a:buSzPct val="54093"/>
              <a:buFont typeface="Arial"/>
              <a:buNone/>
            </a:pPr>
            <a:r>
              <a:rPr lang="en-GB" sz="1375" b="1" i="0" u="none" strike="noStrike" cap="none" dirty="0">
                <a:solidFill>
                  <a:schemeClr val="dk1"/>
                </a:solidFill>
                <a:latin typeface="Calibri"/>
                <a:ea typeface="Calibri"/>
                <a:cs typeface="Calibri"/>
                <a:sym typeface="Calibri"/>
              </a:rPr>
              <a:t>NSE:{{</a:t>
            </a:r>
            <a:r>
              <a:rPr lang="en-GB" sz="1375" b="1" i="0" u="none" strike="noStrike" cap="none" dirty="0" err="1">
                <a:solidFill>
                  <a:schemeClr val="dk1"/>
                </a:solidFill>
                <a:latin typeface="Calibri"/>
                <a:ea typeface="Calibri"/>
                <a:cs typeface="Calibri"/>
                <a:sym typeface="Calibri"/>
              </a:rPr>
              <a:t>nse_symbol</a:t>
            </a:r>
            <a:r>
              <a:rPr lang="en-GB" sz="1375" b="1" i="0" u="none" strike="noStrike" cap="none" dirty="0">
                <a:solidFill>
                  <a:schemeClr val="dk1"/>
                </a:solidFill>
                <a:latin typeface="Calibri"/>
                <a:ea typeface="Calibri"/>
                <a:cs typeface="Calibri"/>
                <a:sym typeface="Calibri"/>
              </a:rPr>
              <a:t>}} | BOM:{{</a:t>
            </a:r>
            <a:r>
              <a:rPr lang="en-GB" sz="1375" b="1" i="0" u="none" strike="noStrike" cap="none" dirty="0" err="1">
                <a:solidFill>
                  <a:schemeClr val="dk1"/>
                </a:solidFill>
                <a:latin typeface="Calibri"/>
                <a:ea typeface="Calibri"/>
                <a:cs typeface="Calibri"/>
                <a:sym typeface="Calibri"/>
              </a:rPr>
              <a:t>bom_code</a:t>
            </a:r>
            <a:r>
              <a:rPr lang="en-GB" sz="1375" b="1" i="0" u="none" strike="noStrike" cap="none" dirty="0">
                <a:solidFill>
                  <a:schemeClr val="dk1"/>
                </a:solidFill>
                <a:latin typeface="Calibri"/>
                <a:ea typeface="Calibri"/>
                <a:cs typeface="Calibri"/>
                <a:sym typeface="Calibri"/>
              </a:rPr>
              <a:t>}} | Rating: {{recommendation}}</a:t>
            </a:r>
            <a:r>
              <a:rPr lang="en-US" sz="1375" b="1" i="0" u="none" strike="noStrike" cap="none" dirty="0">
                <a:solidFill>
                  <a:schemeClr val="dk1"/>
                </a:solidFill>
                <a:latin typeface="Calibri"/>
                <a:ea typeface="Calibri"/>
                <a:cs typeface="Calibri"/>
                <a:sym typeface="Calibri"/>
              </a:rPr>
              <a:t> </a:t>
            </a:r>
          </a:p>
          <a:p>
            <a:pPr marL="0" lvl="0" indent="0" algn="ctr">
              <a:lnSpc>
                <a:spcPct val="95000"/>
              </a:lnSpc>
              <a:buSzPct val="54093"/>
              <a:buNone/>
            </a:pPr>
            <a:r>
              <a:rPr lang="en-US" sz="1375" b="1" i="0" u="none" strike="noStrike" cap="none" dirty="0">
                <a:solidFill>
                  <a:schemeClr val="dk1"/>
                </a:solidFill>
                <a:latin typeface="Calibri"/>
                <a:ea typeface="Calibri"/>
                <a:cs typeface="Calibri"/>
                <a:sym typeface="Calibri"/>
              </a:rPr>
              <a:t>Market Cap: ₹{{</a:t>
            </a:r>
            <a:r>
              <a:rPr lang="en-US" sz="1375" b="1" i="0" u="none" strike="noStrike" cap="none" dirty="0" err="1">
                <a:solidFill>
                  <a:schemeClr val="dk1"/>
                </a:solidFill>
                <a:latin typeface="Calibri"/>
                <a:ea typeface="Calibri"/>
                <a:cs typeface="Calibri"/>
                <a:sym typeface="Calibri"/>
              </a:rPr>
              <a:t>market_cap</a:t>
            </a:r>
            <a:r>
              <a:rPr lang="en-US" sz="1375" b="1" i="0" u="none" strike="noStrike" cap="none" dirty="0">
                <a:solidFill>
                  <a:schemeClr val="dk1"/>
                </a:solidFill>
                <a:latin typeface="Calibri"/>
                <a:ea typeface="Calibri"/>
                <a:cs typeface="Calibri"/>
                <a:sym typeface="Calibri"/>
              </a:rPr>
              <a:t>}} </a:t>
            </a:r>
            <a:r>
              <a:rPr lang="en-US" sz="1375" b="1" i="0" u="none" strike="noStrike" cap="none" dirty="0" err="1">
                <a:solidFill>
                  <a:schemeClr val="dk1"/>
                </a:solidFill>
                <a:latin typeface="Calibri"/>
                <a:ea typeface="Calibri"/>
                <a:cs typeface="Calibri"/>
                <a:sym typeface="Calibri"/>
              </a:rPr>
              <a:t>Cr|Market</a:t>
            </a:r>
            <a:r>
              <a:rPr lang="en-US" sz="1375" b="1" i="0" u="none" strike="noStrike" cap="none" dirty="0">
                <a:solidFill>
                  <a:schemeClr val="dk1"/>
                </a:solidFill>
                <a:latin typeface="Calibri"/>
                <a:ea typeface="Calibri"/>
                <a:cs typeface="Calibri"/>
                <a:sym typeface="Calibri"/>
              </a:rPr>
              <a:t> Cap Category: {{</a:t>
            </a:r>
            <a:r>
              <a:rPr lang="en-US" sz="1375" b="1" i="0" u="none" strike="noStrike" cap="none" dirty="0" err="1">
                <a:solidFill>
                  <a:schemeClr val="dk1"/>
                </a:solidFill>
                <a:latin typeface="Calibri"/>
                <a:ea typeface="Calibri"/>
                <a:cs typeface="Calibri"/>
                <a:sym typeface="Calibri"/>
              </a:rPr>
              <a:t>market_cap_category</a:t>
            </a:r>
            <a:r>
              <a:rPr lang="en-US" sz="1375" b="1" i="0" u="none" strike="noStrike" cap="none" dirty="0">
                <a:solidFill>
                  <a:schemeClr val="dk1"/>
                </a:solidFill>
                <a:latin typeface="Calibri"/>
                <a:ea typeface="Calibri"/>
                <a:cs typeface="Calibri"/>
                <a:sym typeface="Calibri"/>
              </a:rPr>
              <a:t>}}|</a:t>
            </a:r>
            <a:r>
              <a:rPr lang="en-GB" sz="1375" b="1" dirty="0">
                <a:solidFill>
                  <a:schemeClr val="dk1"/>
                </a:solidFill>
                <a:latin typeface="Calibri"/>
                <a:ea typeface="Calibri"/>
                <a:cs typeface="Calibri"/>
                <a:sym typeface="Calibri"/>
              </a:rPr>
              <a:t>CMP: ₹{{</a:t>
            </a:r>
            <a:r>
              <a:rPr lang="en-GB" sz="1375" b="1" dirty="0" err="1">
                <a:solidFill>
                  <a:schemeClr val="dk1"/>
                </a:solidFill>
                <a:latin typeface="Calibri"/>
                <a:ea typeface="Calibri"/>
                <a:cs typeface="Calibri"/>
                <a:sym typeface="Calibri"/>
              </a:rPr>
              <a:t>current_market_price</a:t>
            </a:r>
            <a:r>
              <a:rPr lang="en-GB" sz="1375" b="1" dirty="0">
                <a:solidFill>
                  <a:schemeClr val="dk1"/>
                </a:solidFill>
                <a:latin typeface="Calibri"/>
                <a:ea typeface="Calibri"/>
                <a:cs typeface="Calibri"/>
                <a:sym typeface="Calibri"/>
              </a:rPr>
              <a:t>}}</a:t>
            </a:r>
            <a:endParaRPr lang="en-GB" sz="1375" b="1" i="0" u="none" strike="noStrike" cap="none" dirty="0">
              <a:solidFill>
                <a:schemeClr val="dk1"/>
              </a:solidFill>
              <a:latin typeface="Calibri"/>
              <a:ea typeface="Calibri"/>
              <a:cs typeface="Calibri"/>
              <a:sym typeface="Calibri"/>
            </a:endParaRPr>
          </a:p>
          <a:p>
            <a:pPr marL="0" lvl="0" indent="0" algn="ctr">
              <a:lnSpc>
                <a:spcPct val="95000"/>
              </a:lnSpc>
              <a:buSzPct val="54093"/>
              <a:buNone/>
            </a:pPr>
            <a:r>
              <a:rPr lang="en-GB" sz="1375" b="1">
                <a:solidFill>
                  <a:schemeClr val="dk1"/>
                </a:solidFill>
                <a:latin typeface="Calibri"/>
                <a:ea typeface="Calibri"/>
                <a:cs typeface="Calibri"/>
                <a:sym typeface="Calibri"/>
              </a:rPr>
              <a:t>Target </a:t>
            </a:r>
            <a:r>
              <a:rPr lang="en-GB" sz="1375" b="1" dirty="0">
                <a:solidFill>
                  <a:schemeClr val="dk1"/>
                </a:solidFill>
                <a:latin typeface="Calibri"/>
                <a:ea typeface="Calibri"/>
                <a:cs typeface="Calibri"/>
                <a:sym typeface="Calibri"/>
              </a:rPr>
              <a:t>Price: ₹{{</a:t>
            </a:r>
            <a:r>
              <a:rPr lang="en-GB" sz="1375" b="1" dirty="0" err="1">
                <a:solidFill>
                  <a:schemeClr val="dk1"/>
                </a:solidFill>
                <a:latin typeface="Calibri"/>
                <a:ea typeface="Calibri"/>
                <a:cs typeface="Calibri"/>
                <a:sym typeface="Calibri"/>
              </a:rPr>
              <a:t>target_price</a:t>
            </a:r>
            <a:r>
              <a:rPr lang="en-GB" sz="1375" b="1" dirty="0">
                <a:solidFill>
                  <a:schemeClr val="dk1"/>
                </a:solidFill>
                <a:latin typeface="Calibri"/>
                <a:ea typeface="Calibri"/>
                <a:cs typeface="Calibri"/>
                <a:sym typeface="Calibri"/>
              </a:rPr>
              <a:t>}}|Upside: {{</a:t>
            </a:r>
            <a:r>
              <a:rPr lang="en-GB" sz="1375" b="1" dirty="0" err="1">
                <a:solidFill>
                  <a:schemeClr val="dk1"/>
                </a:solidFill>
                <a:latin typeface="Calibri"/>
                <a:ea typeface="Calibri"/>
                <a:cs typeface="Calibri"/>
                <a:sym typeface="Calibri"/>
              </a:rPr>
              <a:t>upside_percentage</a:t>
            </a:r>
            <a:r>
              <a:rPr lang="en-GB" sz="1375" b="1" dirty="0">
                <a:solidFill>
                  <a:schemeClr val="dk1"/>
                </a:solidFill>
                <a:latin typeface="Calibri"/>
                <a:ea typeface="Calibri"/>
                <a:cs typeface="Calibri"/>
                <a:sym typeface="Calibri"/>
              </a:rPr>
              <a:t>}}%</a:t>
            </a:r>
          </a:p>
          <a:p>
            <a:pPr marL="0" lvl="0" indent="0" algn="ctr">
              <a:lnSpc>
                <a:spcPct val="95000"/>
              </a:lnSpc>
              <a:buSzPct val="54093"/>
              <a:buNone/>
            </a:pPr>
            <a:r>
              <a:rPr lang="en-GB" sz="1375" b="1" i="0" u="none" strike="noStrike" cap="none" dirty="0">
                <a:solidFill>
                  <a:schemeClr val="dk1"/>
                </a:solidFill>
                <a:latin typeface="Calibri"/>
                <a:ea typeface="Calibri"/>
                <a:cs typeface="Calibri"/>
                <a:sym typeface="Calibri"/>
              </a:rPr>
              <a:t>Date: {{</a:t>
            </a:r>
            <a:r>
              <a:rPr lang="en-GB" sz="1375" b="1" i="0" u="none" strike="noStrike" cap="none" dirty="0" err="1">
                <a:solidFill>
                  <a:schemeClr val="dk1"/>
                </a:solidFill>
                <a:latin typeface="Calibri"/>
                <a:ea typeface="Calibri"/>
                <a:cs typeface="Calibri"/>
                <a:sym typeface="Calibri"/>
              </a:rPr>
              <a:t>today_date</a:t>
            </a:r>
            <a:r>
              <a:rPr lang="en-GB" sz="1375" b="1" i="0" u="none" strike="noStrike" cap="none" dirty="0">
                <a:solidFill>
                  <a:schemeClr val="dk1"/>
                </a:solidFill>
                <a:latin typeface="Calibri"/>
                <a:ea typeface="Calibri"/>
                <a:cs typeface="Calibri"/>
                <a:sym typeface="Calibri"/>
              </a:rPr>
              <a:t>}}</a:t>
            </a:r>
            <a:endParaRPr sz="1375"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{{Masterheading_h}}</a:t>
            </a:r>
            <a:endParaRPr/>
          </a:p>
        </p:txBody>
      </p:sp>
      <p:sp>
        <p:nvSpPr>
          <p:cNvPr id="61" name="Google Shape;61;p13"/>
          <p:cNvSpPr txBox="1"/>
          <p:nvPr/>
        </p:nvSpPr>
        <p:spPr>
          <a:xfrm>
            <a:off x="6001103" y="3409245"/>
            <a:ext cx="188524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rgbClr val="000000"/>
                </a:solidFill>
                <a:latin typeface="Arial"/>
                <a:ea typeface="Arial"/>
                <a:cs typeface="Arial"/>
                <a:sym typeface="Arial"/>
              </a:rPr>
              <a:t>{{financial_table}}</a:t>
            </a:r>
            <a:endParaRPr/>
          </a:p>
        </p:txBody>
      </p:sp>
      <p:sp>
        <p:nvSpPr>
          <p:cNvPr id="62" name="Google Shape;62;p13"/>
          <p:cNvSpPr txBox="1"/>
          <p:nvPr/>
        </p:nvSpPr>
        <p:spPr>
          <a:xfrm>
            <a:off x="6169378" y="1224845"/>
            <a:ext cx="188524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dirty="0">
                <a:solidFill>
                  <a:srgbClr val="000000"/>
                </a:solidFill>
                <a:latin typeface="Arial"/>
                <a:ea typeface="Arial"/>
                <a:cs typeface="Arial"/>
                <a:sym typeface="Arial"/>
              </a:rPr>
              <a:t>{{</a:t>
            </a:r>
            <a:r>
              <a:rPr lang="en-GB" sz="1400" b="0" i="0" u="none" strike="noStrike" cap="none" dirty="0" err="1">
                <a:solidFill>
                  <a:srgbClr val="000000"/>
                </a:solidFill>
                <a:latin typeface="Arial"/>
                <a:ea typeface="Arial"/>
                <a:cs typeface="Arial"/>
                <a:sym typeface="Arial"/>
              </a:rPr>
              <a:t>prize_chart</a:t>
            </a:r>
            <a:r>
              <a:rPr lang="en-GB" sz="1400" b="0" i="0" u="none" strike="noStrike" cap="none" dirty="0">
                <a:solidFill>
                  <a:srgbClr val="000000"/>
                </a:solidFill>
                <a:latin typeface="Arial"/>
                <a:ea typeface="Arial"/>
                <a:cs typeface="Arial"/>
                <a:sym typeface="Arial"/>
              </a:rPr>
              <a:t>}}</a:t>
            </a:r>
            <a:endParaRPr dirty="0"/>
          </a:p>
        </p:txBody>
      </p:sp>
      <p:sp>
        <p:nvSpPr>
          <p:cNvPr id="4" name="TextBox 3">
            <a:extLst>
              <a:ext uri="{FF2B5EF4-FFF2-40B4-BE49-F238E27FC236}">
                <a16:creationId xmlns:a16="http://schemas.microsoft.com/office/drawing/2014/main" id="{F37BC840-3BE1-3168-24D1-3B267DDB5815}"/>
              </a:ext>
            </a:extLst>
          </p:cNvPr>
          <p:cNvSpPr txBox="1"/>
          <p:nvPr/>
        </p:nvSpPr>
        <p:spPr>
          <a:xfrm>
            <a:off x="1" y="670033"/>
            <a:ext cx="4381500" cy="2031325"/>
          </a:xfrm>
          <a:prstGeom prst="rect">
            <a:avLst/>
          </a:prstGeom>
          <a:noFill/>
        </p:spPr>
        <p:txBody>
          <a:bodyPr wrap="square" rtlCol="0">
            <a:spAutoFit/>
          </a:bodyPr>
          <a:lstStyle/>
          <a:p>
            <a:pPr lvl="0">
              <a:buSzPts val="1800"/>
            </a:pPr>
            <a:r>
              <a:rPr lang="en-GB" b="1" dirty="0"/>
              <a:t>- Market Positioning</a:t>
            </a:r>
            <a:r>
              <a:rPr lang="en-GB" dirty="0"/>
              <a:t>: {{</a:t>
            </a:r>
            <a:r>
              <a:rPr lang="en-GB" dirty="0" err="1"/>
              <a:t>cs_market_positioning</a:t>
            </a:r>
            <a:r>
              <a:rPr lang="en-GB" dirty="0"/>
              <a:t>}}</a:t>
            </a:r>
          </a:p>
          <a:p>
            <a:pPr lvl="0">
              <a:buClr>
                <a:schemeClr val="dk1"/>
              </a:buClr>
              <a:buSzPts val="1100"/>
            </a:pPr>
            <a:r>
              <a:rPr lang="en-GB" b="1" dirty="0"/>
              <a:t>-Financial Performance:</a:t>
            </a:r>
            <a:r>
              <a:rPr lang="en-GB" dirty="0"/>
              <a:t>.{{</a:t>
            </a:r>
            <a:r>
              <a:rPr lang="en-GB" dirty="0" err="1"/>
              <a:t>cs_financial_performance</a:t>
            </a:r>
            <a:r>
              <a:rPr lang="en-GB" dirty="0"/>
              <a:t>}}</a:t>
            </a:r>
          </a:p>
          <a:p>
            <a:pPr lvl="0">
              <a:buClr>
                <a:schemeClr val="dk1"/>
              </a:buClr>
              <a:buSzPts val="1100"/>
            </a:pPr>
            <a:r>
              <a:rPr lang="en-GB" b="1" dirty="0"/>
              <a:t>-Growth &amp; Outlook: {</a:t>
            </a:r>
            <a:r>
              <a:rPr lang="en-GB" dirty="0"/>
              <a:t>{</a:t>
            </a:r>
            <a:r>
              <a:rPr lang="en-GB" dirty="0" err="1"/>
              <a:t>cs_grow_outlook</a:t>
            </a:r>
            <a:r>
              <a:rPr lang="en-GB" dirty="0"/>
              <a:t>}}</a:t>
            </a:r>
            <a:endParaRPr lang="en-GB" b="1" dirty="0"/>
          </a:p>
          <a:p>
            <a:pPr lvl="0">
              <a:buClr>
                <a:schemeClr val="dk1"/>
              </a:buClr>
              <a:buSzPts val="1100"/>
            </a:pPr>
            <a:r>
              <a:rPr lang="en-GB" b="1" dirty="0"/>
              <a:t>-</a:t>
            </a:r>
            <a:r>
              <a:rPr lang="en-GB" b="1" dirty="0" err="1"/>
              <a:t>Valuation&amp;Recommendation</a:t>
            </a:r>
            <a:r>
              <a:rPr lang="en-GB" b="1" dirty="0"/>
              <a:t>:</a:t>
            </a:r>
            <a:r>
              <a:rPr lang="en-GB" dirty="0"/>
              <a:t>{{</a:t>
            </a:r>
            <a:r>
              <a:rPr lang="en-GB" dirty="0" err="1"/>
              <a:t>cs_valuation_recommendation</a:t>
            </a:r>
            <a:r>
              <a:rPr lang="en-GB" dirty="0"/>
              <a:t>}}</a:t>
            </a:r>
            <a:endParaRPr lang="en-GB" b="1" dirty="0"/>
          </a:p>
          <a:p>
            <a:pPr lvl="0">
              <a:buSzPts val="1800"/>
            </a:pPr>
            <a:r>
              <a:rPr lang="en-GB" b="1" dirty="0"/>
              <a:t>- Key Risks: </a:t>
            </a:r>
            <a:r>
              <a:rPr lang="en-GB" dirty="0"/>
              <a:t>{{</a:t>
            </a:r>
            <a:r>
              <a:rPr lang="en-GB" dirty="0" err="1"/>
              <a:t>cs_key_risks</a:t>
            </a:r>
            <a:r>
              <a:rPr lang="en-GB" dirty="0"/>
              <a:t>}}</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{{Company_Background_h}}</a:t>
            </a:r>
            <a:endParaRPr/>
          </a:p>
        </p:txBody>
      </p:sp>
      <p:sp>
        <p:nvSpPr>
          <p:cNvPr id="3" name="TextBox 2">
            <a:extLst>
              <a:ext uri="{FF2B5EF4-FFF2-40B4-BE49-F238E27FC236}">
                <a16:creationId xmlns:a16="http://schemas.microsoft.com/office/drawing/2014/main" id="{C6BA62A7-0757-7298-DE2A-E681C8D46C1B}"/>
              </a:ext>
            </a:extLst>
          </p:cNvPr>
          <p:cNvSpPr txBox="1"/>
          <p:nvPr/>
        </p:nvSpPr>
        <p:spPr>
          <a:xfrm>
            <a:off x="138289" y="783872"/>
            <a:ext cx="8867422"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 {{</a:t>
            </a:r>
            <a:r>
              <a:rPr lang="en-GB" dirty="0" err="1">
                <a:solidFill>
                  <a:schemeClr val="dk1"/>
                </a:solidFill>
                <a:latin typeface="Calibri"/>
                <a:ea typeface="Calibri"/>
                <a:cs typeface="Calibri"/>
                <a:sym typeface="Calibri"/>
              </a:rPr>
              <a:t>company_background</a:t>
            </a:r>
            <a:r>
              <a:rPr lang="en-GB" dirty="0">
                <a:solidFill>
                  <a:schemeClr val="dk1"/>
                </a:solidFill>
                <a:latin typeface="Calibri"/>
                <a:ea typeface="Calibri"/>
                <a:cs typeface="Calibri"/>
                <a:sym typeface="Calibri"/>
              </a:rPr>
              <a:t>}}</a:t>
            </a:r>
            <a:endParaRPr lang="en-GB"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253590A6-582B-46CC-BE5F-FB857F21E435}"/>
            </a:ext>
          </a:extLst>
        </p:cNvPr>
        <p:cNvGrpSpPr/>
        <p:nvPr/>
      </p:nvGrpSpPr>
      <p:grpSpPr>
        <a:xfrm>
          <a:off x="0" y="0"/>
          <a:ext cx="0" cy="0"/>
          <a:chOff x="0" y="0"/>
          <a:chExt cx="0" cy="0"/>
        </a:xfrm>
      </p:grpSpPr>
      <p:sp>
        <p:nvSpPr>
          <p:cNvPr id="67" name="Google Shape;67;p14">
            <a:extLst>
              <a:ext uri="{FF2B5EF4-FFF2-40B4-BE49-F238E27FC236}">
                <a16:creationId xmlns:a16="http://schemas.microsoft.com/office/drawing/2014/main" id="{C258A73B-D556-14E1-0865-2B96B2F8BE00}"/>
              </a:ext>
            </a:extLst>
          </p:cNvPr>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lvl="0"/>
            <a:r>
              <a:rPr lang="en-GB" dirty="0"/>
              <a:t>{{</a:t>
            </a:r>
            <a:r>
              <a:rPr lang="en-GB" dirty="0" err="1"/>
              <a:t>Business_Model_Explanation_h</a:t>
            </a:r>
            <a:r>
              <a:rPr lang="en-GB" dirty="0"/>
              <a:t>}}</a:t>
            </a:r>
            <a:endParaRPr dirty="0"/>
          </a:p>
        </p:txBody>
      </p:sp>
      <p:sp>
        <p:nvSpPr>
          <p:cNvPr id="3" name="TextBox 2">
            <a:extLst>
              <a:ext uri="{FF2B5EF4-FFF2-40B4-BE49-F238E27FC236}">
                <a16:creationId xmlns:a16="http://schemas.microsoft.com/office/drawing/2014/main" id="{9A0AA6DC-744B-F078-9DCD-6D183D7EC5A5}"/>
              </a:ext>
            </a:extLst>
          </p:cNvPr>
          <p:cNvSpPr txBox="1"/>
          <p:nvPr/>
        </p:nvSpPr>
        <p:spPr>
          <a:xfrm>
            <a:off x="124178" y="688622"/>
            <a:ext cx="8867422"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business_model</a:t>
            </a:r>
            <a:r>
              <a:rPr lang="en-GB" dirty="0">
                <a:solidFill>
                  <a:schemeClr val="dk1"/>
                </a:solidFill>
                <a:latin typeface="Calibri"/>
                <a:ea typeface="Calibri"/>
                <a:cs typeface="Calibri"/>
                <a:sym typeface="Calibri"/>
              </a:rPr>
              <a:t>}}</a:t>
            </a:r>
            <a:endParaRPr lang="en-GB" dirty="0"/>
          </a:p>
          <a:p>
            <a:endParaRPr lang="en-IN" dirty="0"/>
          </a:p>
        </p:txBody>
      </p:sp>
    </p:spTree>
    <p:extLst>
      <p:ext uri="{BB962C8B-B14F-4D97-AF65-F5344CB8AC3E}">
        <p14:creationId xmlns:p14="http://schemas.microsoft.com/office/powerpoint/2010/main" val="296766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{{Management_Analysis_h}}</a:t>
            </a:r>
            <a:endParaRPr/>
          </a:p>
        </p:txBody>
      </p:sp>
      <p:sp>
        <p:nvSpPr>
          <p:cNvPr id="3" name="TextBox 2">
            <a:extLst>
              <a:ext uri="{FF2B5EF4-FFF2-40B4-BE49-F238E27FC236}">
                <a16:creationId xmlns:a16="http://schemas.microsoft.com/office/drawing/2014/main" id="{2DEE35B1-A374-B124-6F9F-760E2D83E704}"/>
              </a:ext>
            </a:extLst>
          </p:cNvPr>
          <p:cNvSpPr txBox="1"/>
          <p:nvPr/>
        </p:nvSpPr>
        <p:spPr>
          <a:xfrm>
            <a:off x="138289" y="804574"/>
            <a:ext cx="8867422"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management_analysis</a:t>
            </a:r>
            <a:r>
              <a:rPr lang="en-GB" dirty="0">
                <a:solidFill>
                  <a:schemeClr val="dk1"/>
                </a:solidFill>
                <a:latin typeface="Calibri"/>
                <a:ea typeface="Calibri"/>
                <a:cs typeface="Calibri"/>
                <a:sym typeface="Calibri"/>
              </a:rPr>
              <a:t>}}</a:t>
            </a:r>
            <a:endParaRPr lang="en-GB"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{{Industry_Overview_h}}</a:t>
            </a:r>
            <a:endParaRPr/>
          </a:p>
        </p:txBody>
      </p:sp>
      <p:sp>
        <p:nvSpPr>
          <p:cNvPr id="2" name="TextBox 1">
            <a:extLst>
              <a:ext uri="{FF2B5EF4-FFF2-40B4-BE49-F238E27FC236}">
                <a16:creationId xmlns:a16="http://schemas.microsoft.com/office/drawing/2014/main" id="{F961D66B-BB2B-E1E9-3A16-6C899BF55F78}"/>
              </a:ext>
            </a:extLst>
          </p:cNvPr>
          <p:cNvSpPr txBox="1"/>
          <p:nvPr/>
        </p:nvSpPr>
        <p:spPr>
          <a:xfrm>
            <a:off x="90854" y="703384"/>
            <a:ext cx="8962292"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industry_overview</a:t>
            </a:r>
            <a:r>
              <a:rPr lang="en-GB" dirty="0">
                <a:solidFill>
                  <a:schemeClr val="dk1"/>
                </a:solidFill>
                <a:latin typeface="Calibri"/>
                <a:ea typeface="Calibri"/>
                <a:cs typeface="Calibri"/>
                <a:sym typeface="Calibri"/>
              </a:rPr>
              <a:t>}}</a:t>
            </a:r>
            <a:endParaRPr lang="en-GB"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5FA245A9-5249-D83C-711C-1B883F53755C}"/>
            </a:ext>
          </a:extLst>
        </p:cNvPr>
        <p:cNvGrpSpPr/>
        <p:nvPr/>
      </p:nvGrpSpPr>
      <p:grpSpPr>
        <a:xfrm>
          <a:off x="0" y="0"/>
          <a:ext cx="0" cy="0"/>
          <a:chOff x="0" y="0"/>
          <a:chExt cx="0" cy="0"/>
        </a:xfrm>
      </p:grpSpPr>
      <p:sp>
        <p:nvSpPr>
          <p:cNvPr id="85" name="Google Shape;85;p17">
            <a:extLst>
              <a:ext uri="{FF2B5EF4-FFF2-40B4-BE49-F238E27FC236}">
                <a16:creationId xmlns:a16="http://schemas.microsoft.com/office/drawing/2014/main" id="{E6CE919E-724D-A5D5-7735-1C4C66C2CF62}"/>
              </a:ext>
            </a:extLst>
          </p:cNvPr>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{{Industry_Overview_h}}</a:t>
            </a:r>
            <a:endParaRPr/>
          </a:p>
        </p:txBody>
      </p:sp>
      <p:sp>
        <p:nvSpPr>
          <p:cNvPr id="2" name="TextBox 1">
            <a:extLst>
              <a:ext uri="{FF2B5EF4-FFF2-40B4-BE49-F238E27FC236}">
                <a16:creationId xmlns:a16="http://schemas.microsoft.com/office/drawing/2014/main" id="{217AAEED-571C-120B-46FD-CA12BF9B8EF4}"/>
              </a:ext>
            </a:extLst>
          </p:cNvPr>
          <p:cNvSpPr txBox="1"/>
          <p:nvPr/>
        </p:nvSpPr>
        <p:spPr>
          <a:xfrm>
            <a:off x="90854" y="703384"/>
            <a:ext cx="8962292"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industry_overview</a:t>
            </a:r>
            <a:r>
              <a:rPr lang="en-GB" dirty="0">
                <a:solidFill>
                  <a:schemeClr val="dk1"/>
                </a:solidFill>
                <a:latin typeface="Calibri"/>
                <a:ea typeface="Calibri"/>
                <a:cs typeface="Calibri"/>
                <a:sym typeface="Calibri"/>
              </a:rPr>
              <a:t>}}</a:t>
            </a:r>
            <a:endParaRPr lang="en-GB" dirty="0"/>
          </a:p>
          <a:p>
            <a:endParaRPr lang="en-IN" dirty="0"/>
          </a:p>
        </p:txBody>
      </p:sp>
    </p:spTree>
    <p:extLst>
      <p:ext uri="{BB962C8B-B14F-4D97-AF65-F5344CB8AC3E}">
        <p14:creationId xmlns:p14="http://schemas.microsoft.com/office/powerpoint/2010/main" val="204979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1FE26F4E-BB87-C24F-30DD-743E0E2139DB}"/>
            </a:ext>
          </a:extLst>
        </p:cNvPr>
        <p:cNvGrpSpPr/>
        <p:nvPr/>
      </p:nvGrpSpPr>
      <p:grpSpPr>
        <a:xfrm>
          <a:off x="0" y="0"/>
          <a:ext cx="0" cy="0"/>
          <a:chOff x="0" y="0"/>
          <a:chExt cx="0" cy="0"/>
        </a:xfrm>
      </p:grpSpPr>
      <p:sp>
        <p:nvSpPr>
          <p:cNvPr id="67" name="Google Shape;67;p14">
            <a:extLst>
              <a:ext uri="{FF2B5EF4-FFF2-40B4-BE49-F238E27FC236}">
                <a16:creationId xmlns:a16="http://schemas.microsoft.com/office/drawing/2014/main" id="{32E610E1-1A68-4320-34C6-51348030C1EA}"/>
              </a:ext>
            </a:extLst>
          </p:cNvPr>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lvl="0"/>
            <a:r>
              <a:rPr lang="en-GB" dirty="0"/>
              <a:t>{{</a:t>
            </a:r>
            <a:r>
              <a:rPr lang="en-GB" dirty="0" err="1"/>
              <a:t>Key_Industry_Tailwinds_h</a:t>
            </a:r>
            <a:r>
              <a:rPr lang="en-GB" dirty="0"/>
              <a:t>}}</a:t>
            </a:r>
            <a:endParaRPr dirty="0"/>
          </a:p>
        </p:txBody>
      </p:sp>
      <p:sp>
        <p:nvSpPr>
          <p:cNvPr id="3" name="TextBox 2">
            <a:extLst>
              <a:ext uri="{FF2B5EF4-FFF2-40B4-BE49-F238E27FC236}">
                <a16:creationId xmlns:a16="http://schemas.microsoft.com/office/drawing/2014/main" id="{248355B2-96CC-983F-D639-A8D862749CB5}"/>
              </a:ext>
            </a:extLst>
          </p:cNvPr>
          <p:cNvSpPr txBox="1"/>
          <p:nvPr/>
        </p:nvSpPr>
        <p:spPr>
          <a:xfrm>
            <a:off x="138289" y="783872"/>
            <a:ext cx="8867422" cy="523220"/>
          </a:xfrm>
          <a:prstGeom prst="rect">
            <a:avLst/>
          </a:prstGeom>
          <a:noFill/>
        </p:spPr>
        <p:txBody>
          <a:bodyPr wrap="square" rtlCol="0">
            <a:spAutoFit/>
          </a:bodyPr>
          <a:lstStyle/>
          <a:p>
            <a:r>
              <a:rPr lang="en-GB" dirty="0"/>
              <a:t>{{</a:t>
            </a:r>
            <a:r>
              <a:rPr lang="en-GB" dirty="0" err="1"/>
              <a:t>industry_tailwinds</a:t>
            </a:r>
            <a:r>
              <a:rPr lang="en-GB" dirty="0"/>
              <a:t>}}</a:t>
            </a:r>
            <a:endParaRPr lang="en-IN" dirty="0"/>
          </a:p>
          <a:p>
            <a:endParaRPr lang="en-IN" dirty="0"/>
          </a:p>
        </p:txBody>
      </p:sp>
    </p:spTree>
    <p:extLst>
      <p:ext uri="{BB962C8B-B14F-4D97-AF65-F5344CB8AC3E}">
        <p14:creationId xmlns:p14="http://schemas.microsoft.com/office/powerpoint/2010/main" val="2521314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{{Demand_drivers_h}}</a:t>
            </a:r>
            <a:endParaRPr/>
          </a:p>
        </p:txBody>
      </p:sp>
      <p:sp>
        <p:nvSpPr>
          <p:cNvPr id="2" name="TextBox 1">
            <a:extLst>
              <a:ext uri="{FF2B5EF4-FFF2-40B4-BE49-F238E27FC236}">
                <a16:creationId xmlns:a16="http://schemas.microsoft.com/office/drawing/2014/main" id="{64CF6CF7-E7A3-3D6B-999B-5660E5E992F0}"/>
              </a:ext>
            </a:extLst>
          </p:cNvPr>
          <p:cNvSpPr txBox="1"/>
          <p:nvPr/>
        </p:nvSpPr>
        <p:spPr>
          <a:xfrm>
            <a:off x="133350" y="789900"/>
            <a:ext cx="8820150"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demand_drivers</a:t>
            </a:r>
            <a:r>
              <a:rPr lang="en-GB" dirty="0">
                <a:solidFill>
                  <a:schemeClr val="dk1"/>
                </a:solidFill>
                <a:latin typeface="Calibri"/>
                <a:ea typeface="Calibri"/>
                <a:cs typeface="Calibri"/>
                <a:sym typeface="Calibri"/>
              </a:rPr>
              <a:t>}}</a:t>
            </a:r>
            <a:endParaRPr lang="en-GB"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{{Industry_Risks_h}}</a:t>
            </a:r>
            <a:endParaRPr/>
          </a:p>
        </p:txBody>
      </p:sp>
      <p:sp>
        <p:nvSpPr>
          <p:cNvPr id="2" name="TextBox 1">
            <a:extLst>
              <a:ext uri="{FF2B5EF4-FFF2-40B4-BE49-F238E27FC236}">
                <a16:creationId xmlns:a16="http://schemas.microsoft.com/office/drawing/2014/main" id="{81B89CB6-5658-6286-F9B0-8A66DCBDFFED}"/>
              </a:ext>
            </a:extLst>
          </p:cNvPr>
          <p:cNvSpPr txBox="1"/>
          <p:nvPr/>
        </p:nvSpPr>
        <p:spPr>
          <a:xfrm>
            <a:off x="171450" y="723900"/>
            <a:ext cx="8705850" cy="523220"/>
          </a:xfrm>
          <a:prstGeom prst="rect">
            <a:avLst/>
          </a:prstGeom>
          <a:noFill/>
        </p:spPr>
        <p:txBody>
          <a:bodyPr wrap="square" rtlCol="0">
            <a:spAutoFit/>
          </a:bodyPr>
          <a:lstStyle/>
          <a:p>
            <a:r>
              <a:rPr lang="en-GB" dirty="0">
                <a:solidFill>
                  <a:schemeClr val="dk1"/>
                </a:solidFill>
                <a:latin typeface="Calibri"/>
                <a:ea typeface="Calibri"/>
                <a:cs typeface="Calibri"/>
                <a:sym typeface="Calibri"/>
              </a:rPr>
              <a:t>{{</a:t>
            </a:r>
            <a:r>
              <a:rPr lang="en-GB" dirty="0" err="1">
                <a:solidFill>
                  <a:schemeClr val="dk1"/>
                </a:solidFill>
                <a:latin typeface="Calibri"/>
                <a:ea typeface="Calibri"/>
                <a:cs typeface="Calibri"/>
                <a:sym typeface="Calibri"/>
              </a:rPr>
              <a:t>industry_risk</a:t>
            </a:r>
            <a:r>
              <a:rPr lang="en-GB" dirty="0">
                <a:solidFill>
                  <a:schemeClr val="dk1"/>
                </a:solidFill>
                <a:latin typeface="Calibri"/>
                <a:ea typeface="Calibri"/>
                <a:cs typeface="Calibri"/>
                <a:sym typeface="Calibri"/>
              </a:rPr>
              <a:t>}}</a:t>
            </a:r>
            <a:endParaRPr lang="en-GB"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Financials and Ratio Analysis</a:t>
            </a:r>
            <a:endParaRPr/>
          </a:p>
        </p:txBody>
      </p:sp>
      <p:sp>
        <p:nvSpPr>
          <p:cNvPr id="110" name="Google Shape;110;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lt1"/>
              </a:buClr>
              <a:buSzPts val="2200"/>
              <a:buFont typeface="Calibri"/>
              <a:buNone/>
            </a:pPr>
            <a:endParaRPr/>
          </a:p>
        </p:txBody>
      </p:sp>
      <p:sp>
        <p:nvSpPr>
          <p:cNvPr id="111" name="Google Shape;111;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lt1"/>
              </a:buClr>
              <a:buSzPts val="2200"/>
              <a:buFont typeface="Calibri"/>
              <a:buNone/>
            </a:pPr>
            <a:endParaRPr/>
          </a:p>
        </p:txBody>
      </p:sp>
      <p:sp>
        <p:nvSpPr>
          <p:cNvPr id="112" name="Google Shape;112;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lt1"/>
              </a:buClr>
              <a:buSzPts val="2200"/>
              <a:buFont typeface="Calibri"/>
              <a:buNone/>
            </a:pPr>
            <a:endParaRPr/>
          </a:p>
        </p:txBody>
      </p:sp>
      <p:sp>
        <p:nvSpPr>
          <p:cNvPr id="113" name="Google Shape;113;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lt1"/>
              </a:buClr>
              <a:buSzPts val="2200"/>
              <a:buFont typeface="Calibri"/>
              <a:buNone/>
            </a:pPr>
            <a:r>
              <a:rPr lang="en-GB"/>
              <a:t>Financials Summary</a:t>
            </a:r>
            <a:endParaRPr/>
          </a:p>
        </p:txBody>
      </p:sp>
      <p:sp>
        <p:nvSpPr>
          <p:cNvPr id="114" name="Google Shape;114;p21"/>
          <p:cNvSpPr txBox="1"/>
          <p:nvPr/>
        </p:nvSpPr>
        <p:spPr>
          <a:xfrm>
            <a:off x="594782" y="659486"/>
            <a:ext cx="241511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dirty="0">
                <a:solidFill>
                  <a:srgbClr val="000000"/>
                </a:solidFill>
                <a:latin typeface="Arial"/>
                <a:ea typeface="Arial"/>
                <a:cs typeface="Arial"/>
                <a:sym typeface="Arial"/>
              </a:rPr>
              <a:t>{{</a:t>
            </a:r>
            <a:r>
              <a:rPr lang="en-GB" sz="1400" b="0" i="0" u="none" strike="noStrike" cap="none" dirty="0" err="1">
                <a:solidFill>
                  <a:srgbClr val="000000"/>
                </a:solidFill>
                <a:latin typeface="Arial"/>
                <a:ea typeface="Arial"/>
                <a:cs typeface="Arial"/>
                <a:sym typeface="Arial"/>
              </a:rPr>
              <a:t>summary_table</a:t>
            </a:r>
            <a:r>
              <a:rPr lang="en-GB" sz="1400" b="0" i="0" u="none" strike="noStrike" cap="none" dirty="0">
                <a:solidFill>
                  <a:srgbClr val="000000"/>
                </a:solidFill>
                <a:latin typeface="Arial"/>
                <a:ea typeface="Arial"/>
                <a:cs typeface="Arial"/>
                <a:sym typeface="Arial"/>
              </a:rPr>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Story in charts!</a:t>
            </a:r>
            <a:endParaRPr/>
          </a:p>
        </p:txBody>
      </p:sp>
      <p:sp>
        <p:nvSpPr>
          <p:cNvPr id="120" name="Google Shape;120;p22"/>
          <p:cNvSpPr txBox="1"/>
          <p:nvPr/>
        </p:nvSpPr>
        <p:spPr>
          <a:xfrm>
            <a:off x="2562578" y="1636889"/>
            <a:ext cx="149592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rgbClr val="000000"/>
                </a:solidFill>
                <a:latin typeface="Arial"/>
                <a:ea typeface="Arial"/>
                <a:cs typeface="Arial"/>
                <a:sym typeface="Arial"/>
              </a:rPr>
              <a:t>{{chart_custom}}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a:t>Disclosure and Disclaimers</a:t>
            </a:r>
            <a:endParaRPr/>
          </a:p>
        </p:txBody>
      </p:sp>
      <p:sp>
        <p:nvSpPr>
          <p:cNvPr id="126" name="Google Shape;126;p23"/>
          <p:cNvSpPr txBox="1"/>
          <p:nvPr/>
        </p:nvSpPr>
        <p:spPr>
          <a:xfrm>
            <a:off x="70050" y="635494"/>
            <a:ext cx="9003900" cy="4224300"/>
          </a:xfrm>
          <a:prstGeom prst="rect">
            <a:avLst/>
          </a:prstGeom>
          <a:solidFill>
            <a:schemeClr val="lt1"/>
          </a:solidFill>
          <a:ln>
            <a:noFill/>
          </a:ln>
        </p:spPr>
        <p:txBody>
          <a:bodyPr spcFirstLastPara="1" wrap="square" lIns="91425" tIns="91425" rIns="91425" bIns="91425" anchor="ctr" anchorCtr="0">
            <a:noAutofit/>
          </a:bodyPr>
          <a:lstStyle/>
          <a:p>
            <a:pPr marL="200660" marR="1198245" lvl="0" indent="0" algn="just" rtl="0">
              <a:lnSpc>
                <a:spcPct val="100000"/>
              </a:lnSpc>
              <a:spcBef>
                <a:spcPts val="590"/>
              </a:spcBef>
              <a:spcAft>
                <a:spcPts val="0"/>
              </a:spcAft>
              <a:buClr>
                <a:srgbClr val="000000"/>
              </a:buClr>
              <a:buSzPts val="1000"/>
              <a:buFont typeface="Arial"/>
              <a:buNone/>
            </a:pPr>
            <a:r>
              <a:rPr lang="en-GB" sz="1000" b="1" i="0" u="none" strike="noStrike" cap="none" dirty="0">
                <a:solidFill>
                  <a:srgbClr val="1F3864"/>
                </a:solidFill>
                <a:latin typeface="Calibri"/>
                <a:ea typeface="Calibri"/>
                <a:cs typeface="Calibri"/>
                <a:sym typeface="Calibri"/>
              </a:rPr>
              <a:t>About Us: </a:t>
            </a:r>
            <a:r>
              <a:rPr lang="en-GB" sz="1000" b="0" i="0" u="none" strike="noStrike" cap="none" dirty="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b="0" i="0" u="none" strike="noStrike" cap="none" dirty="0">
              <a:solidFill>
                <a:schemeClr val="dk1"/>
              </a:solidFill>
              <a:latin typeface="Calibri"/>
              <a:ea typeface="Calibri"/>
              <a:cs typeface="Calibri"/>
              <a:sym typeface="Calibri"/>
            </a:endParaRPr>
          </a:p>
          <a:p>
            <a:pPr marL="200660" marR="306070" lvl="0" indent="0" algn="just" rtl="0">
              <a:lnSpc>
                <a:spcPct val="100000"/>
              </a:lnSpc>
              <a:spcBef>
                <a:spcPts val="0"/>
              </a:spcBef>
              <a:spcAft>
                <a:spcPts val="0"/>
              </a:spcAft>
              <a:buClr>
                <a:srgbClr val="000000"/>
              </a:buClr>
              <a:buSzPts val="1000"/>
              <a:buFont typeface="Arial"/>
              <a:buNone/>
            </a:pPr>
            <a:r>
              <a:rPr lang="en-GB" sz="1000" b="1" i="0" u="none" strike="noStrike" cap="none" dirty="0">
                <a:solidFill>
                  <a:srgbClr val="1F3864"/>
                </a:solidFill>
                <a:latin typeface="Calibri"/>
                <a:ea typeface="Calibri"/>
                <a:cs typeface="Calibri"/>
                <a:sym typeface="Calibri"/>
              </a:rPr>
              <a:t>Disciplinary history: </a:t>
            </a:r>
            <a:r>
              <a:rPr lang="en-GB" sz="1000" b="0" i="0" u="none" strike="noStrike" cap="none" dirty="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1" i="0" u="none" strike="noStrike" cap="none" dirty="0">
                <a:solidFill>
                  <a:srgbClr val="1F3864"/>
                </a:solidFill>
                <a:latin typeface="Calibri"/>
                <a:ea typeface="Calibri"/>
                <a:cs typeface="Calibri"/>
                <a:sym typeface="Calibri"/>
              </a:rPr>
              <a:t>Details of its associates: </a:t>
            </a:r>
            <a:r>
              <a:rPr lang="en-GB" sz="1000" b="0" i="0" u="none" strike="noStrike" cap="none" dirty="0">
                <a:solidFill>
                  <a:schemeClr val="dk1"/>
                </a:solidFill>
                <a:latin typeface="Calibri"/>
                <a:ea typeface="Calibri"/>
                <a:cs typeface="Calibri"/>
                <a:sym typeface="Calibri"/>
              </a:rPr>
              <a:t>No associates</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0"/>
              </a:spcBef>
              <a:spcAft>
                <a:spcPts val="0"/>
              </a:spcAft>
              <a:buClr>
                <a:srgbClr val="000000"/>
              </a:buClr>
              <a:buSzPts val="1000"/>
              <a:buFont typeface="Arial"/>
              <a:buNone/>
            </a:pPr>
            <a:r>
              <a:rPr lang="en-GB" sz="1000" b="1" i="0" u="none" strike="noStrike" cap="none" dirty="0">
                <a:solidFill>
                  <a:srgbClr val="1F3864"/>
                </a:solidFill>
                <a:latin typeface="Calibri"/>
                <a:ea typeface="Calibri"/>
                <a:cs typeface="Calibri"/>
                <a:sym typeface="Calibri"/>
              </a:rPr>
              <a:t>Disclosures with respect to Research and Recommendations Services</a:t>
            </a:r>
            <a:endParaRPr sz="1000" b="1" i="0" u="none" strike="noStrike" cap="none" dirty="0">
              <a:solidFill>
                <a:schemeClr val="dk1"/>
              </a:solidFill>
              <a:latin typeface="Calibri"/>
              <a:ea typeface="Calibri"/>
              <a:cs typeface="Calibri"/>
              <a:sym typeface="Calibri"/>
            </a:endParaRPr>
          </a:p>
          <a:p>
            <a:pPr marL="200660" marR="343535"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b="0" i="0" u="none" strike="noStrike" cap="none" dirty="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10"/>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or its employee or its associates have not received any compensation from the company in past 12 months.</a:t>
            </a:r>
            <a:endParaRPr sz="1000" b="0" i="0" u="none" strike="noStrike" cap="none" dirty="0">
              <a:solidFill>
                <a:schemeClr val="dk1"/>
              </a:solidFill>
              <a:latin typeface="Calibri"/>
              <a:ea typeface="Calibri"/>
              <a:cs typeface="Calibri"/>
              <a:sym typeface="Calibri"/>
            </a:endParaRPr>
          </a:p>
          <a:p>
            <a:pPr marL="200660" marR="241300" lvl="0" indent="0" algn="just" rtl="0">
              <a:lnSpc>
                <a:spcPct val="100000"/>
              </a:lnSpc>
              <a:spcBef>
                <a:spcPts val="0"/>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0"/>
              </a:spcBef>
              <a:spcAft>
                <a:spcPts val="0"/>
              </a:spcAft>
              <a:buClr>
                <a:srgbClr val="000000"/>
              </a:buClr>
              <a:buSzPts val="1000"/>
              <a:buFont typeface="Arial"/>
              <a:buNone/>
            </a:pPr>
            <a:r>
              <a:rPr lang="en-GB" sz="1000" b="0" i="0" u="none" strike="noStrike" cap="none" dirty="0">
                <a:solidFill>
                  <a:schemeClr val="dk1"/>
                </a:solidFill>
                <a:latin typeface="Calibri"/>
                <a:ea typeface="Calibri"/>
                <a:cs typeface="Calibri"/>
                <a:sym typeface="Calibri"/>
              </a:rPr>
              <a:t>·Investment in securities market are subject to market risks. Read all the related documents carefully before investing</a:t>
            </a: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Calibri"/>
              <a:ea typeface="Calibri"/>
              <a:cs typeface="Calibri"/>
              <a:sym typeface="Calibri"/>
            </a:endParaRPr>
          </a:p>
          <a:p>
            <a:pPr marL="200660" marR="0" lvl="0" indent="0" algn="just"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Calibri"/>
              <a:ea typeface="Calibri"/>
              <a:cs typeface="Calibri"/>
              <a:sym typeface="Calibri"/>
            </a:endParaRPr>
          </a:p>
        </p:txBody>
      </p:sp>
      <p:pic>
        <p:nvPicPr>
          <p:cNvPr id="127" name="Google Shape;127;p23" descr="A picture containing text, whiteboard&#10;&#10;Description automatically generated"/>
          <p:cNvPicPr preferRelativeResize="0"/>
          <p:nvPr/>
        </p:nvPicPr>
        <p:blipFill rotWithShape="1">
          <a:blip r:embed="rId3">
            <a:alphaModFix/>
          </a:blip>
          <a:src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723</Words>
  <Application>Microsoft Office PowerPoint</Application>
  <PresentationFormat>On-screen Show (16:9)</PresentationFormat>
  <Paragraphs>50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{{Masterheading_h}}</vt:lpstr>
      <vt:lpstr>{{Company_Background_h}}</vt:lpstr>
      <vt:lpstr>{{Business_Model_Explanation_h}}</vt:lpstr>
      <vt:lpstr>{{Management_Analysis_h}}</vt:lpstr>
      <vt:lpstr>{{Industry_Overview_h}}</vt:lpstr>
      <vt:lpstr>{{Industry_Overview_h}}</vt:lpstr>
      <vt:lpstr>{{Key_Industry_Tailwinds_h}}</vt:lpstr>
      <vt:lpstr>{{Demand_drivers_h}}</vt:lpstr>
      <vt:lpstr>{{Industry_Risks_h}}</vt:lpstr>
      <vt:lpstr>Financials and Ratio Analysis</vt:lpstr>
      <vt:lpstr>Story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3</cp:revision>
  <dcterms:modified xsi:type="dcterms:W3CDTF">2026-03-23T10:59:11Z</dcterms:modified>
</cp:coreProperties>
</file>